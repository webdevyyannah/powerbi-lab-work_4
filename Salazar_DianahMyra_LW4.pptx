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1" r:id="rId5"/>
    <p:sldId id="259" r:id="rId6"/>
    <p:sldId id="273" r:id="rId7"/>
    <p:sldId id="274" r:id="rId8"/>
    <p:sldId id="260" r:id="rId9"/>
    <p:sldId id="276" r:id="rId10"/>
    <p:sldId id="261" r:id="rId11"/>
    <p:sldId id="272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B77C52-5052-4A66-93B2-8FBD7DC4C412}" v="2" dt="2026-03-24T01:14:06.3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020" y="-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anah Myra Salazar" userId="b7ad3f4b6e8cee83" providerId="LiveId" clId="{770EF6DD-D3CA-42C1-AB1A-973E281CA696}"/>
    <pc:docChg chg="undo custSel addSld delSld modSld sldOrd">
      <pc:chgData name="Dianah Myra Salazar" userId="b7ad3f4b6e8cee83" providerId="LiveId" clId="{770EF6DD-D3CA-42C1-AB1A-973E281CA696}" dt="2026-03-24T01:39:01.229" v="302" actId="403"/>
      <pc:docMkLst>
        <pc:docMk/>
      </pc:docMkLst>
      <pc:sldChg chg="addSp delSp modSp mod">
        <pc:chgData name="Dianah Myra Salazar" userId="b7ad3f4b6e8cee83" providerId="LiveId" clId="{770EF6DD-D3CA-42C1-AB1A-973E281CA696}" dt="2026-03-24T01:18:14.543" v="186" actId="20577"/>
        <pc:sldMkLst>
          <pc:docMk/>
          <pc:sldMk cId="0" sldId="259"/>
        </pc:sldMkLst>
        <pc:spChg chg="mod">
          <ac:chgData name="Dianah Myra Salazar" userId="b7ad3f4b6e8cee83" providerId="LiveId" clId="{770EF6DD-D3CA-42C1-AB1A-973E281CA696}" dt="2026-03-24T01:18:14.543" v="186" actId="20577"/>
          <ac:spMkLst>
            <pc:docMk/>
            <pc:sldMk cId="0" sldId="259"/>
            <ac:spMk id="5" creationId="{00000000-0000-0000-0000-000000000000}"/>
          </ac:spMkLst>
        </pc:spChg>
        <pc:spChg chg="add mod">
          <ac:chgData name="Dianah Myra Salazar" userId="b7ad3f4b6e8cee83" providerId="LiveId" clId="{770EF6DD-D3CA-42C1-AB1A-973E281CA696}" dt="2026-03-24T01:13:59.493" v="140" actId="1076"/>
          <ac:spMkLst>
            <pc:docMk/>
            <pc:sldMk cId="0" sldId="259"/>
            <ac:spMk id="27" creationId="{2ADFE636-A0DF-BC75-A4C1-25D1F160A7FA}"/>
          </ac:spMkLst>
        </pc:spChg>
        <pc:picChg chg="del">
          <ac:chgData name="Dianah Myra Salazar" userId="b7ad3f4b6e8cee83" providerId="LiveId" clId="{770EF6DD-D3CA-42C1-AB1A-973E281CA696}" dt="2026-03-24T00:53:10.602" v="0" actId="478"/>
          <ac:picMkLst>
            <pc:docMk/>
            <pc:sldMk cId="0" sldId="259"/>
            <ac:picMk id="7" creationId="{00000000-0000-0000-0000-000000000000}"/>
          </ac:picMkLst>
        </pc:picChg>
        <pc:picChg chg="add del mod modCrop">
          <ac:chgData name="Dianah Myra Salazar" userId="b7ad3f4b6e8cee83" providerId="LiveId" clId="{770EF6DD-D3CA-42C1-AB1A-973E281CA696}" dt="2026-03-24T01:10:31.723" v="83" actId="478"/>
          <ac:picMkLst>
            <pc:docMk/>
            <pc:sldMk cId="0" sldId="259"/>
            <ac:picMk id="22" creationId="{69B0E0D3-6240-7078-E614-677BB1CA40FB}"/>
          </ac:picMkLst>
        </pc:picChg>
        <pc:picChg chg="add del mod modCrop">
          <ac:chgData name="Dianah Myra Salazar" userId="b7ad3f4b6e8cee83" providerId="LiveId" clId="{770EF6DD-D3CA-42C1-AB1A-973E281CA696}" dt="2026-03-24T01:11:14.064" v="92" actId="478"/>
          <ac:picMkLst>
            <pc:docMk/>
            <pc:sldMk cId="0" sldId="259"/>
            <ac:picMk id="24" creationId="{CFB4F1A6-2041-90FD-D043-CB2EE675698F}"/>
          </ac:picMkLst>
        </pc:picChg>
        <pc:picChg chg="add mod modCrop">
          <ac:chgData name="Dianah Myra Salazar" userId="b7ad3f4b6e8cee83" providerId="LiveId" clId="{770EF6DD-D3CA-42C1-AB1A-973E281CA696}" dt="2026-03-24T01:12:11.458" v="100" actId="14100"/>
          <ac:picMkLst>
            <pc:docMk/>
            <pc:sldMk cId="0" sldId="259"/>
            <ac:picMk id="26" creationId="{9631EAFB-77F1-A627-C5C7-A76C72B3A718}"/>
          </ac:picMkLst>
        </pc:picChg>
      </pc:sldChg>
      <pc:sldChg chg="addSp delSp modSp mod">
        <pc:chgData name="Dianah Myra Salazar" userId="b7ad3f4b6e8cee83" providerId="LiveId" clId="{770EF6DD-D3CA-42C1-AB1A-973E281CA696}" dt="2026-03-24T01:20:24.177" v="213" actId="6559"/>
        <pc:sldMkLst>
          <pc:docMk/>
          <pc:sldMk cId="0" sldId="260"/>
        </pc:sldMkLst>
        <pc:spChg chg="add mod">
          <ac:chgData name="Dianah Myra Salazar" userId="b7ad3f4b6e8cee83" providerId="LiveId" clId="{770EF6DD-D3CA-42C1-AB1A-973E281CA696}" dt="2026-03-24T01:20:24.177" v="213" actId="6559"/>
          <ac:spMkLst>
            <pc:docMk/>
            <pc:sldMk cId="0" sldId="260"/>
            <ac:spMk id="20" creationId="{6F945CB7-3C3D-731C-0AEE-8750B45136A3}"/>
          </ac:spMkLst>
        </pc:spChg>
        <pc:picChg chg="del">
          <ac:chgData name="Dianah Myra Salazar" userId="b7ad3f4b6e8cee83" providerId="LiveId" clId="{770EF6DD-D3CA-42C1-AB1A-973E281CA696}" dt="2026-03-24T00:59:11.339" v="26" actId="478"/>
          <ac:picMkLst>
            <pc:docMk/>
            <pc:sldMk cId="0" sldId="260"/>
            <ac:picMk id="7" creationId="{00000000-0000-0000-0000-000000000000}"/>
          </ac:picMkLst>
        </pc:picChg>
        <pc:picChg chg="add mod modCrop">
          <ac:chgData name="Dianah Myra Salazar" userId="b7ad3f4b6e8cee83" providerId="LiveId" clId="{770EF6DD-D3CA-42C1-AB1A-973E281CA696}" dt="2026-03-24T00:59:29.735" v="32" actId="14100"/>
          <ac:picMkLst>
            <pc:docMk/>
            <pc:sldMk cId="0" sldId="260"/>
            <ac:picMk id="18" creationId="{DF170B86-6B02-A44D-B622-93DFB76180A9}"/>
          </ac:picMkLst>
        </pc:picChg>
      </pc:sldChg>
      <pc:sldChg chg="addSp delSp modSp mod">
        <pc:chgData name="Dianah Myra Salazar" userId="b7ad3f4b6e8cee83" providerId="LiveId" clId="{770EF6DD-D3CA-42C1-AB1A-973E281CA696}" dt="2026-03-24T01:27:17.881" v="262" actId="14100"/>
        <pc:sldMkLst>
          <pc:docMk/>
          <pc:sldMk cId="0" sldId="261"/>
        </pc:sldMkLst>
        <pc:spChg chg="mod">
          <ac:chgData name="Dianah Myra Salazar" userId="b7ad3f4b6e8cee83" providerId="LiveId" clId="{770EF6DD-D3CA-42C1-AB1A-973E281CA696}" dt="2026-03-24T01:02:10.997" v="55" actId="20577"/>
          <ac:spMkLst>
            <pc:docMk/>
            <pc:sldMk cId="0" sldId="261"/>
            <ac:spMk id="5" creationId="{00000000-0000-0000-0000-000000000000}"/>
          </ac:spMkLst>
        </pc:spChg>
        <pc:picChg chg="del">
          <ac:chgData name="Dianah Myra Salazar" userId="b7ad3f4b6e8cee83" providerId="LiveId" clId="{770EF6DD-D3CA-42C1-AB1A-973E281CA696}" dt="2026-03-24T01:01:07.200" v="33" actId="478"/>
          <ac:picMkLst>
            <pc:docMk/>
            <pc:sldMk cId="0" sldId="261"/>
            <ac:picMk id="7" creationId="{00000000-0000-0000-0000-000000000000}"/>
          </ac:picMkLst>
        </pc:picChg>
        <pc:picChg chg="add del mod modCrop">
          <ac:chgData name="Dianah Myra Salazar" userId="b7ad3f4b6e8cee83" providerId="LiveId" clId="{770EF6DD-D3CA-42C1-AB1A-973E281CA696}" dt="2026-03-24T01:27:07.767" v="257" actId="478"/>
          <ac:picMkLst>
            <pc:docMk/>
            <pc:sldMk cId="0" sldId="261"/>
            <ac:picMk id="32" creationId="{1CD7BF06-74EF-B0E1-97B2-3C29ACE0185A}"/>
          </ac:picMkLst>
        </pc:picChg>
        <pc:picChg chg="add mod">
          <ac:chgData name="Dianah Myra Salazar" userId="b7ad3f4b6e8cee83" providerId="LiveId" clId="{770EF6DD-D3CA-42C1-AB1A-973E281CA696}" dt="2026-03-24T01:27:17.881" v="262" actId="14100"/>
          <ac:picMkLst>
            <pc:docMk/>
            <pc:sldMk cId="0" sldId="261"/>
            <ac:picMk id="34" creationId="{2756367D-5339-CF86-D0FC-2ABF4916C3C5}"/>
          </ac:picMkLst>
        </pc:picChg>
      </pc:sldChg>
      <pc:sldChg chg="addSp delSp modSp mod">
        <pc:chgData name="Dianah Myra Salazar" userId="b7ad3f4b6e8cee83" providerId="LiveId" clId="{770EF6DD-D3CA-42C1-AB1A-973E281CA696}" dt="2026-03-24T01:29:51.418" v="273" actId="14100"/>
        <pc:sldMkLst>
          <pc:docMk/>
          <pc:sldMk cId="0" sldId="262"/>
        </pc:sldMkLst>
        <pc:picChg chg="del">
          <ac:chgData name="Dianah Myra Salazar" userId="b7ad3f4b6e8cee83" providerId="LiveId" clId="{770EF6DD-D3CA-42C1-AB1A-973E281CA696}" dt="2026-03-24T01:29:43.507" v="269" actId="478"/>
          <ac:picMkLst>
            <pc:docMk/>
            <pc:sldMk cId="0" sldId="262"/>
            <ac:picMk id="7" creationId="{00000000-0000-0000-0000-000000000000}"/>
          </ac:picMkLst>
        </pc:picChg>
        <pc:picChg chg="add mod">
          <ac:chgData name="Dianah Myra Salazar" userId="b7ad3f4b6e8cee83" providerId="LiveId" clId="{770EF6DD-D3CA-42C1-AB1A-973E281CA696}" dt="2026-03-24T01:29:51.418" v="273" actId="14100"/>
          <ac:picMkLst>
            <pc:docMk/>
            <pc:sldMk cId="0" sldId="262"/>
            <ac:picMk id="22" creationId="{E5DBAA29-FFAE-8660-8E64-83A68F6B2901}"/>
          </ac:picMkLst>
        </pc:picChg>
      </pc:sldChg>
      <pc:sldChg chg="modSp mod">
        <pc:chgData name="Dianah Myra Salazar" userId="b7ad3f4b6e8cee83" providerId="LiveId" clId="{770EF6DD-D3CA-42C1-AB1A-973E281CA696}" dt="2026-03-24T01:35:28.175" v="286" actId="1036"/>
        <pc:sldMkLst>
          <pc:docMk/>
          <pc:sldMk cId="0" sldId="265"/>
        </pc:sldMkLst>
        <pc:picChg chg="mod modCrop">
          <ac:chgData name="Dianah Myra Salazar" userId="b7ad3f4b6e8cee83" providerId="LiveId" clId="{770EF6DD-D3CA-42C1-AB1A-973E281CA696}" dt="2026-03-24T01:35:28.175" v="286" actId="1036"/>
          <ac:picMkLst>
            <pc:docMk/>
            <pc:sldMk cId="0" sldId="265"/>
            <ac:picMk id="7" creationId="{00000000-0000-0000-0000-000000000000}"/>
          </ac:picMkLst>
        </pc:picChg>
      </pc:sldChg>
      <pc:sldChg chg="modSp mod">
        <pc:chgData name="Dianah Myra Salazar" userId="b7ad3f4b6e8cee83" providerId="LiveId" clId="{770EF6DD-D3CA-42C1-AB1A-973E281CA696}" dt="2026-03-24T01:35:48.794" v="291" actId="14100"/>
        <pc:sldMkLst>
          <pc:docMk/>
          <pc:sldMk cId="0" sldId="266"/>
        </pc:sldMkLst>
        <pc:picChg chg="mod modCrop">
          <ac:chgData name="Dianah Myra Salazar" userId="b7ad3f4b6e8cee83" providerId="LiveId" clId="{770EF6DD-D3CA-42C1-AB1A-973E281CA696}" dt="2026-03-24T01:35:48.794" v="291" actId="14100"/>
          <ac:picMkLst>
            <pc:docMk/>
            <pc:sldMk cId="0" sldId="266"/>
            <ac:picMk id="7" creationId="{00000000-0000-0000-0000-000000000000}"/>
          </ac:picMkLst>
        </pc:picChg>
      </pc:sldChg>
      <pc:sldChg chg="modSp mod">
        <pc:chgData name="Dianah Myra Salazar" userId="b7ad3f4b6e8cee83" providerId="LiveId" clId="{770EF6DD-D3CA-42C1-AB1A-973E281CA696}" dt="2026-03-24T01:36:15.198" v="296" actId="14100"/>
        <pc:sldMkLst>
          <pc:docMk/>
          <pc:sldMk cId="0" sldId="267"/>
        </pc:sldMkLst>
        <pc:picChg chg="mod modCrop">
          <ac:chgData name="Dianah Myra Salazar" userId="b7ad3f4b6e8cee83" providerId="LiveId" clId="{770EF6DD-D3CA-42C1-AB1A-973E281CA696}" dt="2026-03-24T01:36:15.198" v="296" actId="14100"/>
          <ac:picMkLst>
            <pc:docMk/>
            <pc:sldMk cId="0" sldId="267"/>
            <ac:picMk id="7" creationId="{00000000-0000-0000-0000-000000000000}"/>
          </ac:picMkLst>
        </pc:picChg>
      </pc:sldChg>
      <pc:sldChg chg="modSp mod">
        <pc:chgData name="Dianah Myra Salazar" userId="b7ad3f4b6e8cee83" providerId="LiveId" clId="{770EF6DD-D3CA-42C1-AB1A-973E281CA696}" dt="2026-03-24T01:37:11.931" v="298" actId="403"/>
        <pc:sldMkLst>
          <pc:docMk/>
          <pc:sldMk cId="0" sldId="268"/>
        </pc:sldMkLst>
        <pc:spChg chg="mod">
          <ac:chgData name="Dianah Myra Salazar" userId="b7ad3f4b6e8cee83" providerId="LiveId" clId="{770EF6DD-D3CA-42C1-AB1A-973E281CA696}" dt="2026-03-24T01:37:11.931" v="298" actId="403"/>
          <ac:spMkLst>
            <pc:docMk/>
            <pc:sldMk cId="0" sldId="268"/>
            <ac:spMk id="9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7:11.931" v="298" actId="403"/>
          <ac:spMkLst>
            <pc:docMk/>
            <pc:sldMk cId="0" sldId="268"/>
            <ac:spMk id="13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7:11.931" v="298" actId="403"/>
          <ac:spMkLst>
            <pc:docMk/>
            <pc:sldMk cId="0" sldId="268"/>
            <ac:spMk id="17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7:11.931" v="298" actId="403"/>
          <ac:spMkLst>
            <pc:docMk/>
            <pc:sldMk cId="0" sldId="268"/>
            <ac:spMk id="21" creationId="{00000000-0000-0000-0000-000000000000}"/>
          </ac:spMkLst>
        </pc:spChg>
      </pc:sldChg>
      <pc:sldChg chg="modSp mod">
        <pc:chgData name="Dianah Myra Salazar" userId="b7ad3f4b6e8cee83" providerId="LiveId" clId="{770EF6DD-D3CA-42C1-AB1A-973E281CA696}" dt="2026-03-24T01:39:01.229" v="302" actId="403"/>
        <pc:sldMkLst>
          <pc:docMk/>
          <pc:sldMk cId="0" sldId="269"/>
        </pc:sldMkLst>
        <pc:spChg chg="mod">
          <ac:chgData name="Dianah Myra Salazar" userId="b7ad3f4b6e8cee83" providerId="LiveId" clId="{770EF6DD-D3CA-42C1-AB1A-973E281CA696}" dt="2026-03-24T01:39:01.229" v="302" actId="403"/>
          <ac:spMkLst>
            <pc:docMk/>
            <pc:sldMk cId="0" sldId="269"/>
            <ac:spMk id="9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9:01.229" v="302" actId="403"/>
          <ac:spMkLst>
            <pc:docMk/>
            <pc:sldMk cId="0" sldId="269"/>
            <ac:spMk id="13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9:01.229" v="302" actId="403"/>
          <ac:spMkLst>
            <pc:docMk/>
            <pc:sldMk cId="0" sldId="269"/>
            <ac:spMk id="17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9:01.229" v="302" actId="403"/>
          <ac:spMkLst>
            <pc:docMk/>
            <pc:sldMk cId="0" sldId="269"/>
            <ac:spMk id="21" creationId="{00000000-0000-0000-0000-000000000000}"/>
          </ac:spMkLst>
        </pc:spChg>
      </pc:sldChg>
      <pc:sldChg chg="modSp mod">
        <pc:chgData name="Dianah Myra Salazar" userId="b7ad3f4b6e8cee83" providerId="LiveId" clId="{770EF6DD-D3CA-42C1-AB1A-973E281CA696}" dt="2026-03-24T01:38:42.244" v="300" actId="403"/>
        <pc:sldMkLst>
          <pc:docMk/>
          <pc:sldMk cId="0" sldId="270"/>
        </pc:sldMkLst>
        <pc:spChg chg="mod">
          <ac:chgData name="Dianah Myra Salazar" userId="b7ad3f4b6e8cee83" providerId="LiveId" clId="{770EF6DD-D3CA-42C1-AB1A-973E281CA696}" dt="2026-03-24T01:38:42.244" v="300" actId="403"/>
          <ac:spMkLst>
            <pc:docMk/>
            <pc:sldMk cId="0" sldId="270"/>
            <ac:spMk id="7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8:42.244" v="300" actId="403"/>
          <ac:spMkLst>
            <pc:docMk/>
            <pc:sldMk cId="0" sldId="270"/>
            <ac:spMk id="11" creationId="{00000000-0000-0000-0000-000000000000}"/>
          </ac:spMkLst>
        </pc:spChg>
        <pc:spChg chg="mod">
          <ac:chgData name="Dianah Myra Salazar" userId="b7ad3f4b6e8cee83" providerId="LiveId" clId="{770EF6DD-D3CA-42C1-AB1A-973E281CA696}" dt="2026-03-24T01:38:42.244" v="300" actId="403"/>
          <ac:spMkLst>
            <pc:docMk/>
            <pc:sldMk cId="0" sldId="270"/>
            <ac:spMk id="15" creationId="{00000000-0000-0000-0000-000000000000}"/>
          </ac:spMkLst>
        </pc:spChg>
      </pc:sldChg>
      <pc:sldChg chg="addSp delSp modSp add mod ord">
        <pc:chgData name="Dianah Myra Salazar" userId="b7ad3f4b6e8cee83" providerId="LiveId" clId="{770EF6DD-D3CA-42C1-AB1A-973E281CA696}" dt="2026-03-24T01:12:58.998" v="111" actId="478"/>
        <pc:sldMkLst>
          <pc:docMk/>
          <pc:sldMk cId="3002042138" sldId="271"/>
        </pc:sldMkLst>
        <pc:spChg chg="add del mod">
          <ac:chgData name="Dianah Myra Salazar" userId="b7ad3f4b6e8cee83" providerId="LiveId" clId="{770EF6DD-D3CA-42C1-AB1A-973E281CA696}" dt="2026-03-24T01:12:58.998" v="111" actId="478"/>
          <ac:spMkLst>
            <pc:docMk/>
            <pc:sldMk cId="3002042138" sldId="271"/>
            <ac:spMk id="24" creationId="{066339AC-DCFC-C199-0DEF-7AF953083F84}"/>
          </ac:spMkLst>
        </pc:spChg>
        <pc:picChg chg="add mod">
          <ac:chgData name="Dianah Myra Salazar" userId="b7ad3f4b6e8cee83" providerId="LiveId" clId="{770EF6DD-D3CA-42C1-AB1A-973E281CA696}" dt="2026-03-24T00:57:42.739" v="21" actId="14100"/>
          <ac:picMkLst>
            <pc:docMk/>
            <pc:sldMk cId="3002042138" sldId="271"/>
            <ac:picMk id="21" creationId="{198F88CD-F1F0-43AB-C5E5-487568F48025}"/>
          </ac:picMkLst>
        </pc:picChg>
        <pc:picChg chg="del">
          <ac:chgData name="Dianah Myra Salazar" userId="b7ad3f4b6e8cee83" providerId="LiveId" clId="{770EF6DD-D3CA-42C1-AB1A-973E281CA696}" dt="2026-03-24T00:56:24.355" v="12" actId="478"/>
          <ac:picMkLst>
            <pc:docMk/>
            <pc:sldMk cId="3002042138" sldId="271"/>
            <ac:picMk id="22" creationId="{0E4F6547-6854-1ACB-D47E-A203C543AE99}"/>
          </ac:picMkLst>
        </pc:picChg>
      </pc:sldChg>
      <pc:sldChg chg="addSp delSp modSp add mod">
        <pc:chgData name="Dianah Myra Salazar" userId="b7ad3f4b6e8cee83" providerId="LiveId" clId="{770EF6DD-D3CA-42C1-AB1A-973E281CA696}" dt="2026-03-24T01:28:21.866" v="268" actId="14100"/>
        <pc:sldMkLst>
          <pc:docMk/>
          <pc:sldMk cId="1145088948" sldId="272"/>
        </pc:sldMkLst>
        <pc:spChg chg="mod">
          <ac:chgData name="Dianah Myra Salazar" userId="b7ad3f4b6e8cee83" providerId="LiveId" clId="{770EF6DD-D3CA-42C1-AB1A-973E281CA696}" dt="2026-03-24T01:02:40.429" v="77" actId="20577"/>
          <ac:spMkLst>
            <pc:docMk/>
            <pc:sldMk cId="1145088948" sldId="272"/>
            <ac:spMk id="5" creationId="{D3C051BD-18D4-88DF-632A-BE057ED6FBB5}"/>
          </ac:spMkLst>
        </pc:spChg>
        <pc:picChg chg="add del mod">
          <ac:chgData name="Dianah Myra Salazar" userId="b7ad3f4b6e8cee83" providerId="LiveId" clId="{770EF6DD-D3CA-42C1-AB1A-973E281CA696}" dt="2026-03-24T01:27:20.727" v="263" actId="478"/>
          <ac:picMkLst>
            <pc:docMk/>
            <pc:sldMk cId="1145088948" sldId="272"/>
            <ac:picMk id="31" creationId="{4A4F6A44-2259-2C2D-81A2-503D8CF9E4B4}"/>
          </ac:picMkLst>
        </pc:picChg>
        <pc:picChg chg="del">
          <ac:chgData name="Dianah Myra Salazar" userId="b7ad3f4b6e8cee83" providerId="LiveId" clId="{770EF6DD-D3CA-42C1-AB1A-973E281CA696}" dt="2026-03-24T01:05:32.263" v="78" actId="478"/>
          <ac:picMkLst>
            <pc:docMk/>
            <pc:sldMk cId="1145088948" sldId="272"/>
            <ac:picMk id="32" creationId="{ECD28F80-BC39-49E7-EFC3-8440E0512A52}"/>
          </ac:picMkLst>
        </pc:picChg>
        <pc:picChg chg="add mod">
          <ac:chgData name="Dianah Myra Salazar" userId="b7ad3f4b6e8cee83" providerId="LiveId" clId="{770EF6DD-D3CA-42C1-AB1A-973E281CA696}" dt="2026-03-24T01:28:21.866" v="268" actId="14100"/>
          <ac:picMkLst>
            <pc:docMk/>
            <pc:sldMk cId="1145088948" sldId="272"/>
            <ac:picMk id="34" creationId="{95C1B673-175C-8B4F-5477-225FA4AC390B}"/>
          </ac:picMkLst>
        </pc:picChg>
      </pc:sldChg>
      <pc:sldChg chg="addSp delSp modSp add mod">
        <pc:chgData name="Dianah Myra Salazar" userId="b7ad3f4b6e8cee83" providerId="LiveId" clId="{770EF6DD-D3CA-42C1-AB1A-973E281CA696}" dt="2026-03-24T01:18:17.903" v="188" actId="20577"/>
        <pc:sldMkLst>
          <pc:docMk/>
          <pc:sldMk cId="3276418859" sldId="273"/>
        </pc:sldMkLst>
        <pc:spChg chg="mod">
          <ac:chgData name="Dianah Myra Salazar" userId="b7ad3f4b6e8cee83" providerId="LiveId" clId="{770EF6DD-D3CA-42C1-AB1A-973E281CA696}" dt="2026-03-24T01:18:17.903" v="188" actId="20577"/>
          <ac:spMkLst>
            <pc:docMk/>
            <pc:sldMk cId="3276418859" sldId="273"/>
            <ac:spMk id="5" creationId="{E10AD890-B6E0-BBA9-1750-4E4B27C84606}"/>
          </ac:spMkLst>
        </pc:spChg>
        <pc:spChg chg="add mod">
          <ac:chgData name="Dianah Myra Salazar" userId="b7ad3f4b6e8cee83" providerId="LiveId" clId="{770EF6DD-D3CA-42C1-AB1A-973E281CA696}" dt="2026-03-24T01:14:16.425" v="149" actId="20577"/>
          <ac:spMkLst>
            <pc:docMk/>
            <pc:sldMk cId="3276418859" sldId="273"/>
            <ac:spMk id="7" creationId="{591C4B59-ADF7-0535-8B8D-CADDC15A9EE9}"/>
          </ac:spMkLst>
        </pc:spChg>
        <pc:spChg chg="del mod">
          <ac:chgData name="Dianah Myra Salazar" userId="b7ad3f4b6e8cee83" providerId="LiveId" clId="{770EF6DD-D3CA-42C1-AB1A-973E281CA696}" dt="2026-03-24T01:14:17.915" v="151"/>
          <ac:spMkLst>
            <pc:docMk/>
            <pc:sldMk cId="3276418859" sldId="273"/>
            <ac:spMk id="27" creationId="{CBF3B311-6A80-B732-6F97-5A213361C5D1}"/>
          </ac:spMkLst>
        </pc:spChg>
        <pc:picChg chg="add mod ord">
          <ac:chgData name="Dianah Myra Salazar" userId="b7ad3f4b6e8cee83" providerId="LiveId" clId="{770EF6DD-D3CA-42C1-AB1A-973E281CA696}" dt="2026-03-24T01:15:10.693" v="162" actId="171"/>
          <ac:picMkLst>
            <pc:docMk/>
            <pc:sldMk cId="3276418859" sldId="273"/>
            <ac:picMk id="22" creationId="{F9F069C6-0FAD-1B18-0DC7-27B510F27B17}"/>
          </ac:picMkLst>
        </pc:picChg>
        <pc:picChg chg="del">
          <ac:chgData name="Dianah Myra Salazar" userId="b7ad3f4b6e8cee83" providerId="LiveId" clId="{770EF6DD-D3CA-42C1-AB1A-973E281CA696}" dt="2026-03-24T01:14:40.546" v="152" actId="478"/>
          <ac:picMkLst>
            <pc:docMk/>
            <pc:sldMk cId="3276418859" sldId="273"/>
            <ac:picMk id="26" creationId="{F4490B8F-9AC8-83CA-EF50-0A59515FEFD8}"/>
          </ac:picMkLst>
        </pc:picChg>
      </pc:sldChg>
      <pc:sldChg chg="addSp delSp modSp add mod">
        <pc:chgData name="Dianah Myra Salazar" userId="b7ad3f4b6e8cee83" providerId="LiveId" clId="{770EF6DD-D3CA-42C1-AB1A-973E281CA696}" dt="2026-03-24T01:18:05.279" v="184" actId="20577"/>
        <pc:sldMkLst>
          <pc:docMk/>
          <pc:sldMk cId="3602419843" sldId="274"/>
        </pc:sldMkLst>
        <pc:spChg chg="mod">
          <ac:chgData name="Dianah Myra Salazar" userId="b7ad3f4b6e8cee83" providerId="LiveId" clId="{770EF6DD-D3CA-42C1-AB1A-973E281CA696}" dt="2026-03-24T01:18:05.279" v="184" actId="20577"/>
          <ac:spMkLst>
            <pc:docMk/>
            <pc:sldMk cId="3602419843" sldId="274"/>
            <ac:spMk id="5" creationId="{02392942-6413-C545-4103-38A7D50ED45F}"/>
          </ac:spMkLst>
        </pc:spChg>
        <pc:spChg chg="mod">
          <ac:chgData name="Dianah Myra Salazar" userId="b7ad3f4b6e8cee83" providerId="LiveId" clId="{770EF6DD-D3CA-42C1-AB1A-973E281CA696}" dt="2026-03-24T01:17:10.052" v="182" actId="1076"/>
          <ac:spMkLst>
            <pc:docMk/>
            <pc:sldMk cId="3602419843" sldId="274"/>
            <ac:spMk id="7" creationId="{4C39052C-7CE8-0F8B-953D-A9D72BE026F6}"/>
          </ac:spMkLst>
        </pc:spChg>
        <pc:picChg chg="del">
          <ac:chgData name="Dianah Myra Salazar" userId="b7ad3f4b6e8cee83" providerId="LiveId" clId="{770EF6DD-D3CA-42C1-AB1A-973E281CA696}" dt="2026-03-24T01:16:38.978" v="164" actId="478"/>
          <ac:picMkLst>
            <pc:docMk/>
            <pc:sldMk cId="3602419843" sldId="274"/>
            <ac:picMk id="22" creationId="{B58342BA-22E2-DD8C-DB60-38C9A96B92F8}"/>
          </ac:picMkLst>
        </pc:picChg>
        <pc:picChg chg="add mod ord">
          <ac:chgData name="Dianah Myra Salazar" userId="b7ad3f4b6e8cee83" providerId="LiveId" clId="{770EF6DD-D3CA-42C1-AB1A-973E281CA696}" dt="2026-03-24T01:17:01.803" v="176" actId="171"/>
          <ac:picMkLst>
            <pc:docMk/>
            <pc:sldMk cId="3602419843" sldId="274"/>
            <ac:picMk id="23" creationId="{FCE4E6C2-5B68-5306-A53F-CBED77C52E38}"/>
          </ac:picMkLst>
        </pc:picChg>
      </pc:sldChg>
      <pc:sldChg chg="addSp delSp modSp add del mod">
        <pc:chgData name="Dianah Myra Salazar" userId="b7ad3f4b6e8cee83" providerId="LiveId" clId="{770EF6DD-D3CA-42C1-AB1A-973E281CA696}" dt="2026-03-24T01:25:22.622" v="256" actId="47"/>
        <pc:sldMkLst>
          <pc:docMk/>
          <pc:sldMk cId="1706474258" sldId="275"/>
        </pc:sldMkLst>
        <pc:spChg chg="mod">
          <ac:chgData name="Dianah Myra Salazar" userId="b7ad3f4b6e8cee83" providerId="LiveId" clId="{770EF6DD-D3CA-42C1-AB1A-973E281CA696}" dt="2026-03-24T01:22:26.112" v="230" actId="1076"/>
          <ac:spMkLst>
            <pc:docMk/>
            <pc:sldMk cId="1706474258" sldId="275"/>
            <ac:spMk id="20" creationId="{B24EFD26-2E4D-4935-6EBA-22F71C20D884}"/>
          </ac:spMkLst>
        </pc:spChg>
        <pc:picChg chg="add mod ord modCrop">
          <ac:chgData name="Dianah Myra Salazar" userId="b7ad3f4b6e8cee83" providerId="LiveId" clId="{770EF6DD-D3CA-42C1-AB1A-973E281CA696}" dt="2026-03-24T01:22:19.605" v="229" actId="171"/>
          <ac:picMkLst>
            <pc:docMk/>
            <pc:sldMk cId="1706474258" sldId="275"/>
            <ac:picMk id="17" creationId="{3AF8D7E7-9E61-3685-E093-D7E4C565F4AD}"/>
          </ac:picMkLst>
        </pc:picChg>
        <pc:picChg chg="del">
          <ac:chgData name="Dianah Myra Salazar" userId="b7ad3f4b6e8cee83" providerId="LiveId" clId="{770EF6DD-D3CA-42C1-AB1A-973E281CA696}" dt="2026-03-24T01:21:51.824" v="222" actId="478"/>
          <ac:picMkLst>
            <pc:docMk/>
            <pc:sldMk cId="1706474258" sldId="275"/>
            <ac:picMk id="18" creationId="{C27C22ED-3DD3-29E0-B786-A354A9C1A18E}"/>
          </ac:picMkLst>
        </pc:picChg>
      </pc:sldChg>
      <pc:sldChg chg="addSp delSp modSp add mod">
        <pc:chgData name="Dianah Myra Salazar" userId="b7ad3f4b6e8cee83" providerId="LiveId" clId="{770EF6DD-D3CA-42C1-AB1A-973E281CA696}" dt="2026-03-24T01:24:41.691" v="255" actId="171"/>
        <pc:sldMkLst>
          <pc:docMk/>
          <pc:sldMk cId="3601525482" sldId="276"/>
        </pc:sldMkLst>
        <pc:spChg chg="mod">
          <ac:chgData name="Dianah Myra Salazar" userId="b7ad3f4b6e8cee83" providerId="LiveId" clId="{770EF6DD-D3CA-42C1-AB1A-973E281CA696}" dt="2026-03-24T01:22:35.382" v="239" actId="20577"/>
          <ac:spMkLst>
            <pc:docMk/>
            <pc:sldMk cId="3601525482" sldId="276"/>
            <ac:spMk id="20" creationId="{A078F7ED-E2AF-7F61-6A8C-8320F2FEEA94}"/>
          </ac:spMkLst>
        </pc:spChg>
        <pc:picChg chg="del">
          <ac:chgData name="Dianah Myra Salazar" userId="b7ad3f4b6e8cee83" providerId="LiveId" clId="{770EF6DD-D3CA-42C1-AB1A-973E281CA696}" dt="2026-03-24T01:22:37.452" v="240" actId="478"/>
          <ac:picMkLst>
            <pc:docMk/>
            <pc:sldMk cId="3601525482" sldId="276"/>
            <ac:picMk id="17" creationId="{42E661A8-702F-36A6-0D94-7A3D72185DAC}"/>
          </ac:picMkLst>
        </pc:picChg>
        <pc:picChg chg="add del mod ord">
          <ac:chgData name="Dianah Myra Salazar" userId="b7ad3f4b6e8cee83" providerId="LiveId" clId="{770EF6DD-D3CA-42C1-AB1A-973E281CA696}" dt="2026-03-24T01:24:20.130" v="249" actId="478"/>
          <ac:picMkLst>
            <pc:docMk/>
            <pc:sldMk cId="3601525482" sldId="276"/>
            <ac:picMk id="18" creationId="{627096FD-4B30-73DB-EAEC-5E8D4DF5437B}"/>
          </ac:picMkLst>
        </pc:picChg>
        <pc:picChg chg="add mod ord">
          <ac:chgData name="Dianah Myra Salazar" userId="b7ad3f4b6e8cee83" providerId="LiveId" clId="{770EF6DD-D3CA-42C1-AB1A-973E281CA696}" dt="2026-03-24T01:24:41.691" v="255" actId="171"/>
          <ac:picMkLst>
            <pc:docMk/>
            <pc:sldMk cId="3601525482" sldId="276"/>
            <ac:picMk id="21" creationId="{C990CE5B-9E0B-7225-7887-3F191BE2F97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46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0E4C7-148F-F72B-E4EE-03CB1A4B4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C3FBC3-ADCC-9E0C-C88F-7EBDAF5FE1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CC89F1-D23F-D567-0278-32A1382682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9C78C-D154-2000-E2F4-826874D0DD4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798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27218-8C67-B2F2-4AEE-EFC4A952F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28B58-6961-1F8B-65A6-146D35D498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912076-D543-6955-0F01-90C35E8372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2A7724-F983-6CE0-21C5-5049638EB1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4816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D23F-914E-3A1A-A23D-C7FF4FDA7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993638-F8B7-ECF4-D606-1CBD74CE3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C0C7D-2042-BA43-030E-61621D03B3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16BACC-9357-D506-904B-719203FEE6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054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E16CC-2B90-0DF9-E4AA-CDAE3264B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E3255-0468-F4D4-7B64-76B9B1BC92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47682-A9B9-7730-2CC8-D32B11A8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4126BB-50C0-4109-FAC0-904667A027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3022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C61AF-AF2F-2A89-166F-5B01527B1B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272B0-7AA3-6586-BA60-0B5EC59DC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3DF883-B54C-9118-B932-CC9917E37C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609FD6-F987-14D0-6253-0ADF0570F7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96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107 – Business Intelligence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Work 4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Time-Series Data in Power BI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834640"/>
            <a:ext cx="274320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Joseph A. Vistal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11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IS 107 – Business Intelligence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0" y="4480560"/>
            <a:ext cx="9144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0" y="4480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035040" y="4480560"/>
            <a:ext cx="9144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035040" y="4480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Time-Series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040880" y="4480560"/>
            <a:ext cx="9144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0880" y="4480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046720" y="4480560"/>
            <a:ext cx="9144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046720" y="44805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Laboratory Work 4  | 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4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28600" y="1280160"/>
            <a:ext cx="2834640" cy="333756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28600" y="1280160"/>
            <a:ext cx="28346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Tourism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097280" cy="4572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8288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tourism-data.csv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into Power BI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Line Chart (Yearly)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Trend Line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Forecast (12 pts, 95% CI, Seasonality 12)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forecast for 2020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72968" y="1280160"/>
            <a:ext cx="2834640" cy="333756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172968" y="1280160"/>
            <a:ext cx="28346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10128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Imperfect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10128" y="1691640"/>
            <a:ext cx="1097280" cy="457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10128" y="18288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tourism-data-modified.csv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includes COVID disruption (2020–2021)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new data points added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with forecast settings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confidence intervals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Ignore Last settings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1280160"/>
            <a:ext cx="2834640" cy="333756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17336" y="1280160"/>
            <a:ext cx="283464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54496" y="13258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Report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54496" y="1691640"/>
            <a:ext cx="1097280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54496" y="1828800"/>
            <a:ext cx="25603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dataset &amp; source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forecast with screenshots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trend &amp; seasonality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confidence intervals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disruption handling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limitations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 R T  1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Data Forecast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tourism-data.csv  •  Objective: Apply Forecasting in Power BI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4B87E6-4438-E2DF-A6B8-C571AE8244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DA63399-DB54-BB9C-56E6-43C65A7AF040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FEC5E11-9E80-F075-39B6-B24B4BB386CD}"/>
              </a:ext>
            </a:extLst>
          </p:cNvPr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Import &amp; Line Chart  |  Lab 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C9FE14-73CB-8A05-DA3B-83807BEBA498}"/>
              </a:ext>
            </a:extLst>
          </p:cNvPr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C23BAA7-5351-8A3F-7425-015B9AE7D725}"/>
              </a:ext>
            </a:extLst>
          </p:cNvPr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1–2: Import Data &amp; Create Line Chart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3ACBF7B-7663-3389-E514-45ADFD6F11DA}"/>
              </a:ext>
            </a:extLst>
          </p:cNvPr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275CE2D-5B99-A107-D836-324DA43457AE}"/>
              </a:ext>
            </a:extLst>
          </p:cNvPr>
          <p:cNvSpPr/>
          <p:nvPr/>
        </p:nvSpPr>
        <p:spPr>
          <a:xfrm>
            <a:off x="5532120" y="132588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EF249FD-1DE1-DAE9-8C2F-65A20A411315}"/>
              </a:ext>
            </a:extLst>
          </p:cNvPr>
          <p:cNvSpPr/>
          <p:nvPr/>
        </p:nvSpPr>
        <p:spPr>
          <a:xfrm>
            <a:off x="5532120" y="132588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EA5EA47-E1A5-54FD-F46C-4C886B26B6E6}"/>
              </a:ext>
            </a:extLst>
          </p:cNvPr>
          <p:cNvSpPr/>
          <p:nvPr/>
        </p:nvSpPr>
        <p:spPr>
          <a:xfrm>
            <a:off x="566928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Download Dataset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BCCE0409-F5C6-FF4D-747A-038F099810B3}"/>
              </a:ext>
            </a:extLst>
          </p:cNvPr>
          <p:cNvSpPr/>
          <p:nvPr/>
        </p:nvSpPr>
        <p:spPr>
          <a:xfrm>
            <a:off x="5669280" y="1709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GitHub link and save tourism-data.csv to your computer.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FC824EC4-BD16-A0D4-B4BE-6ED89E65E370}"/>
              </a:ext>
            </a:extLst>
          </p:cNvPr>
          <p:cNvSpPr/>
          <p:nvPr/>
        </p:nvSpPr>
        <p:spPr>
          <a:xfrm>
            <a:off x="5532120" y="242316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8C73A27-3585-EDFE-5F9C-67F4F40B6014}"/>
              </a:ext>
            </a:extLst>
          </p:cNvPr>
          <p:cNvSpPr/>
          <p:nvPr/>
        </p:nvSpPr>
        <p:spPr>
          <a:xfrm>
            <a:off x="5532120" y="242316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2D7DE6C4-B6FF-41B7-1FB2-772D0CFAB474}"/>
              </a:ext>
            </a:extLst>
          </p:cNvPr>
          <p:cNvSpPr/>
          <p:nvPr/>
        </p:nvSpPr>
        <p:spPr>
          <a:xfrm>
            <a:off x="566928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Import into Power BI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175C9065-74B8-7E17-C587-764B2DE160EC}"/>
              </a:ext>
            </a:extLst>
          </p:cNvPr>
          <p:cNvSpPr/>
          <p:nvPr/>
        </p:nvSpPr>
        <p:spPr>
          <a:xfrm>
            <a:off x="56692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Text/CSV → Load tourism-data.csv</a:t>
            </a:r>
            <a:endParaRPr lang="en-US" sz="11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5E1F49D1-D1D9-9006-9A8E-E5989A58ABBE}"/>
              </a:ext>
            </a:extLst>
          </p:cNvPr>
          <p:cNvSpPr/>
          <p:nvPr/>
        </p:nvSpPr>
        <p:spPr>
          <a:xfrm>
            <a:off x="5532120" y="352044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50D6DD98-C839-416F-3C2A-0649A8F0ACF9}"/>
              </a:ext>
            </a:extLst>
          </p:cNvPr>
          <p:cNvSpPr/>
          <p:nvPr/>
        </p:nvSpPr>
        <p:spPr>
          <a:xfrm>
            <a:off x="5532120" y="352044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55A373E-D789-916C-E884-8B28C1AD5EE6}"/>
              </a:ext>
            </a:extLst>
          </p:cNvPr>
          <p:cNvSpPr/>
          <p:nvPr/>
        </p:nvSpPr>
        <p:spPr>
          <a:xfrm>
            <a:off x="566928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Create Line Chart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9ADADDD-D514-DD2C-7FD4-0E5DAAABF192}"/>
              </a:ext>
            </a:extLst>
          </p:cNvPr>
          <p:cNvSpPr/>
          <p:nvPr/>
        </p:nvSpPr>
        <p:spPr>
          <a:xfrm>
            <a:off x="566928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Period → X-axis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Total tourists → Y-axis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hierarchy to Year + Month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CB90CA0-46CC-E24A-DB67-0B9DC3173728}"/>
              </a:ext>
            </a:extLst>
          </p:cNvPr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98F88CD-F1F0-43AB-C5E5-487568F480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5880"/>
            <a:ext cx="5029200" cy="3177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0421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Import &amp; Line Chart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1–3: Import Data &amp; Create Line Chart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32120" y="132588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2120" y="132588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Download Dataset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1709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GitHub link and save tourism-data.csv to your computer.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42316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32120" y="242316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Import into Power BI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Text/CSV → Load tourism-data.csv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32120" y="352044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32120" y="352044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Create Line Chart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Period → X-axis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Total tourists → Y-axis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hierarchy to Year + Month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31EAFB-77F1-A627-C5C7-A76C72B3A7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43" r="5623"/>
          <a:stretch>
            <a:fillRect/>
          </a:stretch>
        </p:blipFill>
        <p:spPr>
          <a:xfrm>
            <a:off x="274320" y="1325880"/>
            <a:ext cx="5029200" cy="317754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2ADFE636-A0DF-BC75-A4C1-25D1F160A7FA}"/>
              </a:ext>
            </a:extLst>
          </p:cNvPr>
          <p:cNvSpPr txBox="1"/>
          <p:nvPr/>
        </p:nvSpPr>
        <p:spPr>
          <a:xfrm>
            <a:off x="-440268" y="4114740"/>
            <a:ext cx="5300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kern="0" spc="800" dirty="0"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BY YEAR+MONTH</a:t>
            </a:r>
            <a:endParaRPr lang="en-US" sz="20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9C82E-DCD6-A885-2C0B-14A2C0E77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A68266E-AF7B-52D3-B69F-B9EA56EEC518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C88C10-E2FE-37ED-452C-902933A17D1A}"/>
              </a:ext>
            </a:extLst>
          </p:cNvPr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Import &amp; Line Chart  |  Lab 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650EDEA-F916-EEF7-858B-C4FA4D3EBB98}"/>
              </a:ext>
            </a:extLst>
          </p:cNvPr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0AD890-B6E0-BBA9-1750-4E4B27C84606}"/>
              </a:ext>
            </a:extLst>
          </p:cNvPr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1–3: Import Data &amp; Create Line Chart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D0C3399-4F77-D573-B2D0-E074338143B3}"/>
              </a:ext>
            </a:extLst>
          </p:cNvPr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8200F8F-535D-EEBF-3036-FFE8F30BE9C2}"/>
              </a:ext>
            </a:extLst>
          </p:cNvPr>
          <p:cNvSpPr/>
          <p:nvPr/>
        </p:nvSpPr>
        <p:spPr>
          <a:xfrm>
            <a:off x="5532120" y="132588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2DD85F5B-B2CE-E587-269A-924CA9E58D88}"/>
              </a:ext>
            </a:extLst>
          </p:cNvPr>
          <p:cNvSpPr/>
          <p:nvPr/>
        </p:nvSpPr>
        <p:spPr>
          <a:xfrm>
            <a:off x="5532120" y="132588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FAEFBBA-0582-01B3-4542-97D9014E4C10}"/>
              </a:ext>
            </a:extLst>
          </p:cNvPr>
          <p:cNvSpPr/>
          <p:nvPr/>
        </p:nvSpPr>
        <p:spPr>
          <a:xfrm>
            <a:off x="566928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Download Dataset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8779E86-F806-C277-896D-786D77CE3EB0}"/>
              </a:ext>
            </a:extLst>
          </p:cNvPr>
          <p:cNvSpPr/>
          <p:nvPr/>
        </p:nvSpPr>
        <p:spPr>
          <a:xfrm>
            <a:off x="5669280" y="1709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GitHub link and save tourism-data.csv to your computer.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C4BC66A-CE05-D6D1-E8DC-4D63C0166E64}"/>
              </a:ext>
            </a:extLst>
          </p:cNvPr>
          <p:cNvSpPr/>
          <p:nvPr/>
        </p:nvSpPr>
        <p:spPr>
          <a:xfrm>
            <a:off x="5532120" y="242316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FE5C4C5-9265-8515-8BF3-DC4F399BA3EF}"/>
              </a:ext>
            </a:extLst>
          </p:cNvPr>
          <p:cNvSpPr/>
          <p:nvPr/>
        </p:nvSpPr>
        <p:spPr>
          <a:xfrm>
            <a:off x="5532120" y="242316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BEF534DB-7004-3728-F9F1-DC7CF139CCCA}"/>
              </a:ext>
            </a:extLst>
          </p:cNvPr>
          <p:cNvSpPr/>
          <p:nvPr/>
        </p:nvSpPr>
        <p:spPr>
          <a:xfrm>
            <a:off x="566928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Import into Power BI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0C3ABC32-C52B-ADF7-8EA3-299EF59147A6}"/>
              </a:ext>
            </a:extLst>
          </p:cNvPr>
          <p:cNvSpPr/>
          <p:nvPr/>
        </p:nvSpPr>
        <p:spPr>
          <a:xfrm>
            <a:off x="56692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Text/CSV → Load tourism-data.csv</a:t>
            </a:r>
            <a:endParaRPr lang="en-US" sz="11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3C5802A3-469A-8CC1-8764-5AF636DDF2E1}"/>
              </a:ext>
            </a:extLst>
          </p:cNvPr>
          <p:cNvSpPr/>
          <p:nvPr/>
        </p:nvSpPr>
        <p:spPr>
          <a:xfrm>
            <a:off x="5532120" y="352044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618CF3E-9EAC-8F7E-28FC-A4D14A37C54E}"/>
              </a:ext>
            </a:extLst>
          </p:cNvPr>
          <p:cNvSpPr/>
          <p:nvPr/>
        </p:nvSpPr>
        <p:spPr>
          <a:xfrm>
            <a:off x="5532120" y="352044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37CD720C-86ED-4495-5359-FB23338E0A3E}"/>
              </a:ext>
            </a:extLst>
          </p:cNvPr>
          <p:cNvSpPr/>
          <p:nvPr/>
        </p:nvSpPr>
        <p:spPr>
          <a:xfrm>
            <a:off x="566928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Create Line Chart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A2713D7-A420-1AAE-1AC5-74CF15BB532B}"/>
              </a:ext>
            </a:extLst>
          </p:cNvPr>
          <p:cNvSpPr/>
          <p:nvPr/>
        </p:nvSpPr>
        <p:spPr>
          <a:xfrm>
            <a:off x="566928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Period → X-axis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Total tourists → Y-axis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hierarchy to Year + Month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B685F47-592D-F897-EEA9-7F002253B345}"/>
              </a:ext>
            </a:extLst>
          </p:cNvPr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9F069C6-0FAD-1B18-0DC7-27B510F27B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54" y="1325880"/>
            <a:ext cx="4974336" cy="3200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1C4B59-ADF7-0535-8B8D-CADDC15A9EE9}"/>
              </a:ext>
            </a:extLst>
          </p:cNvPr>
          <p:cNvSpPr txBox="1"/>
          <p:nvPr/>
        </p:nvSpPr>
        <p:spPr>
          <a:xfrm>
            <a:off x="-440268" y="4114740"/>
            <a:ext cx="5300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kern="0" spc="800" dirty="0"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BY YEAR ONLY</a:t>
            </a:r>
            <a:endParaRPr lang="en-US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418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0A02E9-C62B-E65A-FB5D-B5E6D1230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561042E-DD8E-B912-E25A-EF93FBCF854D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5011FD6-898D-810E-F586-9E518620E0D7}"/>
              </a:ext>
            </a:extLst>
          </p:cNvPr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Import &amp; Line Chart  |  Lab 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A2B005-3262-A4B3-5931-4D23242033CE}"/>
              </a:ext>
            </a:extLst>
          </p:cNvPr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 &amp; 2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392942-6413-C545-4103-38A7D50ED45F}"/>
              </a:ext>
            </a:extLst>
          </p:cNvPr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1–3: Import Data &amp; Create Line Chart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8BD1217-3E27-56FC-3D03-9F4D72A6A80A}"/>
              </a:ext>
            </a:extLst>
          </p:cNvPr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FEF4ED96-8318-8EBE-7131-08B2151E040B}"/>
              </a:ext>
            </a:extLst>
          </p:cNvPr>
          <p:cNvSpPr/>
          <p:nvPr/>
        </p:nvSpPr>
        <p:spPr>
          <a:xfrm>
            <a:off x="5532120" y="132588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CDA178EB-3AA0-EC56-1946-5924A6231033}"/>
              </a:ext>
            </a:extLst>
          </p:cNvPr>
          <p:cNvSpPr/>
          <p:nvPr/>
        </p:nvSpPr>
        <p:spPr>
          <a:xfrm>
            <a:off x="5532120" y="132588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CAA436D6-DB65-1692-DDEA-7EB089D6AC77}"/>
              </a:ext>
            </a:extLst>
          </p:cNvPr>
          <p:cNvSpPr/>
          <p:nvPr/>
        </p:nvSpPr>
        <p:spPr>
          <a:xfrm>
            <a:off x="566928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– Download Dataset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7893BF7-A80C-4209-75B9-41B6214AA980}"/>
              </a:ext>
            </a:extLst>
          </p:cNvPr>
          <p:cNvSpPr/>
          <p:nvPr/>
        </p:nvSpPr>
        <p:spPr>
          <a:xfrm>
            <a:off x="5669280" y="1709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GitHub link and save tourism-data.csv to your computer.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0B5B3A1-4729-84A3-E642-C73392EA5090}"/>
              </a:ext>
            </a:extLst>
          </p:cNvPr>
          <p:cNvSpPr/>
          <p:nvPr/>
        </p:nvSpPr>
        <p:spPr>
          <a:xfrm>
            <a:off x="5532120" y="242316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A0038AE-41C7-73D7-5276-45A44988F81D}"/>
              </a:ext>
            </a:extLst>
          </p:cNvPr>
          <p:cNvSpPr/>
          <p:nvPr/>
        </p:nvSpPr>
        <p:spPr>
          <a:xfrm>
            <a:off x="5532120" y="242316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08FDD10-8B2E-FA29-7E6D-CD8942D4BDFE}"/>
              </a:ext>
            </a:extLst>
          </p:cNvPr>
          <p:cNvSpPr/>
          <p:nvPr/>
        </p:nvSpPr>
        <p:spPr>
          <a:xfrm>
            <a:off x="566928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– Import into Power BI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64910C6-5739-7B76-BAE7-202427C1C0F1}"/>
              </a:ext>
            </a:extLst>
          </p:cNvPr>
          <p:cNvSpPr/>
          <p:nvPr/>
        </p:nvSpPr>
        <p:spPr>
          <a:xfrm>
            <a:off x="56692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→ Get Data → Text/CSV → Load tourism-data.csv</a:t>
            </a:r>
            <a:endParaRPr lang="en-US" sz="110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7FE63A90-A765-C5F0-DBA3-DB6ACAA9B0C3}"/>
              </a:ext>
            </a:extLst>
          </p:cNvPr>
          <p:cNvSpPr/>
          <p:nvPr/>
        </p:nvSpPr>
        <p:spPr>
          <a:xfrm>
            <a:off x="5532120" y="352044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E393921D-C5A7-BB5E-55F1-1A4A8ABE9A94}"/>
              </a:ext>
            </a:extLst>
          </p:cNvPr>
          <p:cNvSpPr/>
          <p:nvPr/>
        </p:nvSpPr>
        <p:spPr>
          <a:xfrm>
            <a:off x="5532120" y="352044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E228B41-C3C6-9706-D0E4-162F7923B117}"/>
              </a:ext>
            </a:extLst>
          </p:cNvPr>
          <p:cNvSpPr/>
          <p:nvPr/>
        </p:nvSpPr>
        <p:spPr>
          <a:xfrm>
            <a:off x="566928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– Create Line Chart</a:t>
            </a:r>
            <a:endParaRPr lang="en-US" sz="120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6E369EE-3222-595E-7072-F8C24271846E}"/>
              </a:ext>
            </a:extLst>
          </p:cNvPr>
          <p:cNvSpPr/>
          <p:nvPr/>
        </p:nvSpPr>
        <p:spPr>
          <a:xfrm>
            <a:off x="566928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Period → X-axis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Drag Total tourists → Y-axis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Set hierarchy to Year + Month</a:t>
            </a:r>
            <a:endParaRPr lang="en-US" sz="11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DCBDAC8-DB1D-311D-9D61-96E8717D972F}"/>
              </a:ext>
            </a:extLst>
          </p:cNvPr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CE4E6C2-5B68-5306-A53F-CBED77C52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172" y="1342814"/>
            <a:ext cx="5017348" cy="31606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39052C-7CE8-0F8B-953D-A9D72BE026F6}"/>
              </a:ext>
            </a:extLst>
          </p:cNvPr>
          <p:cNvSpPr txBox="1"/>
          <p:nvPr/>
        </p:nvSpPr>
        <p:spPr>
          <a:xfrm>
            <a:off x="117686" y="4120244"/>
            <a:ext cx="5300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kern="0" spc="800" dirty="0"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BY MONTH ONLY</a:t>
            </a:r>
            <a:endParaRPr lang="en-US" sz="20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419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Trend Line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 a Trend 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32120" y="1325880"/>
            <a:ext cx="3291840" cy="13716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2120" y="164592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1380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Trend Line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17647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the line chart to select 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the Analytics icon (🔍) in Visualizations pane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Expand 'Trend line'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+ Add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834640"/>
            <a:ext cx="3291840" cy="169164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32120" y="315468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28895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3273552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dashed diagonal line appears across the chart, confirming the strong upward trend in total tourism from 2012 to 2019.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F170B86-6B02-A44D-B622-93DFB76180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2251" b="2359"/>
          <a:stretch>
            <a:fillRect/>
          </a:stretch>
        </p:blipFill>
        <p:spPr>
          <a:xfrm>
            <a:off x="274320" y="1325880"/>
            <a:ext cx="5029200" cy="317754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F945CB7-3C3D-731C-0AEE-8750B45136A3}"/>
              </a:ext>
            </a:extLst>
          </p:cNvPr>
          <p:cNvSpPr txBox="1"/>
          <p:nvPr/>
        </p:nvSpPr>
        <p:spPr>
          <a:xfrm>
            <a:off x="-453814" y="4047220"/>
            <a:ext cx="45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kern="0" dirty="0"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BY YEAR ONLY</a:t>
            </a:r>
            <a:endParaRPr lang="en-US" sz="1800" dirty="0">
              <a:latin typeface="Bodoni MT" panose="020706030806060202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8C08A3-0CBD-7865-9E7E-7851EA330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8BB04C0-76E2-A35A-5867-7D26D48B6E39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7D4D57-7F55-57E7-FB08-F526DE2957B3}"/>
              </a:ext>
            </a:extLst>
          </p:cNvPr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Trend Line  |  Lab 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EB5BD3-B15E-337C-05AB-ED4300CD01CC}"/>
              </a:ext>
            </a:extLst>
          </p:cNvPr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9AD0714-0881-952E-F546-A43CD97A2253}"/>
              </a:ext>
            </a:extLst>
          </p:cNvPr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Add a Trend Line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A6C5ADB-38E9-E588-19B0-C20CE8D5218D}"/>
              </a:ext>
            </a:extLst>
          </p:cNvPr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126EF397-F04A-D008-9238-A4C9E4FF5D1B}"/>
              </a:ext>
            </a:extLst>
          </p:cNvPr>
          <p:cNvSpPr/>
          <p:nvPr/>
        </p:nvSpPr>
        <p:spPr>
          <a:xfrm>
            <a:off x="5532120" y="1325880"/>
            <a:ext cx="3291840" cy="13716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F599253-59C9-77F1-6F1D-AD6C874FD407}"/>
              </a:ext>
            </a:extLst>
          </p:cNvPr>
          <p:cNvSpPr/>
          <p:nvPr/>
        </p:nvSpPr>
        <p:spPr>
          <a:xfrm>
            <a:off x="5532120" y="164592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F0FE1C8D-341C-D7F5-D923-61F0E2B5266E}"/>
              </a:ext>
            </a:extLst>
          </p:cNvPr>
          <p:cNvSpPr/>
          <p:nvPr/>
        </p:nvSpPr>
        <p:spPr>
          <a:xfrm>
            <a:off x="5669280" y="1380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Add Trend Line</a:t>
            </a:r>
            <a:endParaRPr lang="en-US" sz="12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B1CF86A-38B0-A34A-7871-BD2E57588BCA}"/>
              </a:ext>
            </a:extLst>
          </p:cNvPr>
          <p:cNvSpPr/>
          <p:nvPr/>
        </p:nvSpPr>
        <p:spPr>
          <a:xfrm>
            <a:off x="5669280" y="1764792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Click the line chart to select it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Click the Analytics icon (🔍) in Visualizations pane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Expand 'Trend line'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Click + Add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427B3F6F-2B09-45C4-B288-46E577958874}"/>
              </a:ext>
            </a:extLst>
          </p:cNvPr>
          <p:cNvSpPr/>
          <p:nvPr/>
        </p:nvSpPr>
        <p:spPr>
          <a:xfrm>
            <a:off x="5532120" y="2834640"/>
            <a:ext cx="3291840" cy="169164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ADA5D82-F501-C603-BB46-9E84401B4089}"/>
              </a:ext>
            </a:extLst>
          </p:cNvPr>
          <p:cNvSpPr/>
          <p:nvPr/>
        </p:nvSpPr>
        <p:spPr>
          <a:xfrm>
            <a:off x="5532120" y="315468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DDF993A-C3EB-DFEE-9875-E0482CACA6AA}"/>
              </a:ext>
            </a:extLst>
          </p:cNvPr>
          <p:cNvSpPr/>
          <p:nvPr/>
        </p:nvSpPr>
        <p:spPr>
          <a:xfrm>
            <a:off x="5669280" y="28895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12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03C935A-3AD0-EE23-94F9-12F60067D00C}"/>
              </a:ext>
            </a:extLst>
          </p:cNvPr>
          <p:cNvSpPr/>
          <p:nvPr/>
        </p:nvSpPr>
        <p:spPr>
          <a:xfrm>
            <a:off x="5669280" y="3273552"/>
            <a:ext cx="30175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dashed diagonal line appears across the chart, confirming the strong upward trend in total tourism from 2012 to 2019.</a:t>
            </a:r>
            <a:endParaRPr lang="en-US" sz="11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5FF79D6-8F59-8BC2-FB4A-0B351B877C92}"/>
              </a:ext>
            </a:extLst>
          </p:cNvPr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990CE5B-9E0B-7225-7887-3F191BE2F9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19" y="1348086"/>
            <a:ext cx="5029199" cy="3178194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078F7ED-E2AF-7F61-6A8C-8320F2FEEA94}"/>
              </a:ext>
            </a:extLst>
          </p:cNvPr>
          <p:cNvSpPr txBox="1"/>
          <p:nvPr/>
        </p:nvSpPr>
        <p:spPr>
          <a:xfrm>
            <a:off x="137160" y="4092662"/>
            <a:ext cx="45804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1800" b="1" kern="0" dirty="0"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BY </a:t>
            </a:r>
            <a:r>
              <a:rPr lang="en-US" b="1" kern="0" dirty="0">
                <a:latin typeface="Bodoni MT" panose="02070603080606020203" pitchFamily="18" charset="0"/>
                <a:ea typeface="Calibri" pitchFamily="34" charset="-122"/>
                <a:cs typeface="Calibri" pitchFamily="34" charset="-120"/>
              </a:rPr>
              <a:t>MONTH + YEAR</a:t>
            </a:r>
            <a:endParaRPr lang="en-US" sz="1800" dirty="0">
              <a:latin typeface="Bodoni MT" panose="0207060308060602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15254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Forecast Configuration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&amp; 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Add Forecasting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32120" y="1325880"/>
            <a:ext cx="32918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34416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Configuration Settings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2120" y="1673352"/>
            <a:ext cx="173736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269480" y="1673352"/>
            <a:ext cx="15544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7007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length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17007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points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205740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69480" y="20574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77840" y="20848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last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20848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points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32120" y="2441448"/>
            <a:ext cx="173736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69480" y="2441448"/>
            <a:ext cx="15544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24688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0" y="24688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32120" y="282549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69480" y="28254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77840" y="28529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28529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points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32120" y="3246120"/>
            <a:ext cx="3291840" cy="128016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32120" y="356616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69280" y="33009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Apply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0" y="368503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extends beyond 2019 as a gray shaded area representing the 95% confidence interval.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756367D-5339-CF86-D0FC-2ABF4916C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14091"/>
            <a:ext cx="5029200" cy="323047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02A32F-3494-9458-FB77-9D9ABFC1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888FEBC-9700-6D4B-F647-77A07AD50FB0}"/>
              </a:ext>
            </a:extLst>
          </p:cNvPr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80BA987-2B84-0331-9E92-1550F36BEC0A}"/>
              </a:ext>
            </a:extLst>
          </p:cNvPr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Forecast Configuration  |  Lab 4</a:t>
            </a:r>
            <a:endParaRPr lang="en-US" sz="1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FDB3EB-4AEC-FAE2-C5A7-6D4AC3936585}"/>
              </a:ext>
            </a:extLst>
          </p:cNvPr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5 &amp; 6</a:t>
            </a:r>
            <a:endParaRPr lang="en-US" sz="13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C051BD-18D4-88DF-632A-BE057ED6FBB5}"/>
              </a:ext>
            </a:extLst>
          </p:cNvPr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Configure the Forecast</a:t>
            </a:r>
            <a:endParaRPr lang="en-US" sz="2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A91FEEB-AB54-AFE1-0E09-B168205137D7}"/>
              </a:ext>
            </a:extLst>
          </p:cNvPr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7EB00F48-63DD-77F2-A465-E9926AC119CF}"/>
              </a:ext>
            </a:extLst>
          </p:cNvPr>
          <p:cNvSpPr/>
          <p:nvPr/>
        </p:nvSpPr>
        <p:spPr>
          <a:xfrm>
            <a:off x="5532120" y="1325880"/>
            <a:ext cx="329184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9619EEB-482E-CF9D-5DA8-71F897DB78C5}"/>
              </a:ext>
            </a:extLst>
          </p:cNvPr>
          <p:cNvSpPr/>
          <p:nvPr/>
        </p:nvSpPr>
        <p:spPr>
          <a:xfrm>
            <a:off x="5577840" y="1344168"/>
            <a:ext cx="3200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Configuration Settings</a:t>
            </a:r>
            <a:endParaRPr lang="en-US" sz="120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064802C-C030-FC82-B6AE-A259548A05EA}"/>
              </a:ext>
            </a:extLst>
          </p:cNvPr>
          <p:cNvSpPr/>
          <p:nvPr/>
        </p:nvSpPr>
        <p:spPr>
          <a:xfrm>
            <a:off x="5532120" y="1673352"/>
            <a:ext cx="173736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BE3F0F11-A5F4-C315-74AD-12093B8C5C04}"/>
              </a:ext>
            </a:extLst>
          </p:cNvPr>
          <p:cNvSpPr/>
          <p:nvPr/>
        </p:nvSpPr>
        <p:spPr>
          <a:xfrm>
            <a:off x="7269480" y="1673352"/>
            <a:ext cx="15544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62F9095-6237-7658-126F-BBE516021E6B}"/>
              </a:ext>
            </a:extLst>
          </p:cNvPr>
          <p:cNvSpPr/>
          <p:nvPr/>
        </p:nvSpPr>
        <p:spPr>
          <a:xfrm>
            <a:off x="5577840" y="1700784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length</a:t>
            </a:r>
            <a:endParaRPr lang="en-US" sz="110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0C1BF8C5-E1AC-CACC-56A9-6ECC437B207F}"/>
              </a:ext>
            </a:extLst>
          </p:cNvPr>
          <p:cNvSpPr/>
          <p:nvPr/>
        </p:nvSpPr>
        <p:spPr>
          <a:xfrm>
            <a:off x="7315200" y="17007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points</a:t>
            </a:r>
            <a:endParaRPr lang="en-US" sz="1100" dirty="0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BBD567-B6B4-57D6-1BE4-23E523C0B394}"/>
              </a:ext>
            </a:extLst>
          </p:cNvPr>
          <p:cNvSpPr/>
          <p:nvPr/>
        </p:nvSpPr>
        <p:spPr>
          <a:xfrm>
            <a:off x="5532120" y="2057400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990158DF-0923-C747-C51A-7E30C47447A5}"/>
              </a:ext>
            </a:extLst>
          </p:cNvPr>
          <p:cNvSpPr/>
          <p:nvPr/>
        </p:nvSpPr>
        <p:spPr>
          <a:xfrm>
            <a:off x="7269480" y="2057400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C08DE92-5CAA-EE16-3377-8C401E162CB5}"/>
              </a:ext>
            </a:extLst>
          </p:cNvPr>
          <p:cNvSpPr/>
          <p:nvPr/>
        </p:nvSpPr>
        <p:spPr>
          <a:xfrm>
            <a:off x="5577840" y="208483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last</a:t>
            </a:r>
            <a:endParaRPr lang="en-US" sz="1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BAB12E29-BADF-A9A6-77BB-3DA51C6DFF1E}"/>
              </a:ext>
            </a:extLst>
          </p:cNvPr>
          <p:cNvSpPr/>
          <p:nvPr/>
        </p:nvSpPr>
        <p:spPr>
          <a:xfrm>
            <a:off x="7315200" y="208483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points</a:t>
            </a:r>
            <a:endParaRPr lang="en-US" sz="11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F46419D4-44BD-B948-C56E-1526C032F1DA}"/>
              </a:ext>
            </a:extLst>
          </p:cNvPr>
          <p:cNvSpPr/>
          <p:nvPr/>
        </p:nvSpPr>
        <p:spPr>
          <a:xfrm>
            <a:off x="5532120" y="2441448"/>
            <a:ext cx="173736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5BC4822-69D1-5713-5B5E-B3A8CE8CB881}"/>
              </a:ext>
            </a:extLst>
          </p:cNvPr>
          <p:cNvSpPr/>
          <p:nvPr/>
        </p:nvSpPr>
        <p:spPr>
          <a:xfrm>
            <a:off x="7269480" y="2441448"/>
            <a:ext cx="1554480" cy="384048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10DE27A6-CE9F-A73A-381F-4E12124633C1}"/>
              </a:ext>
            </a:extLst>
          </p:cNvPr>
          <p:cNvSpPr/>
          <p:nvPr/>
        </p:nvSpPr>
        <p:spPr>
          <a:xfrm>
            <a:off x="5577840" y="2468880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1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41D31FF-8BD5-CADB-8100-D530BD7573ED}"/>
              </a:ext>
            </a:extLst>
          </p:cNvPr>
          <p:cNvSpPr/>
          <p:nvPr/>
        </p:nvSpPr>
        <p:spPr>
          <a:xfrm>
            <a:off x="7315200" y="246888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87BC0BE1-6F09-3765-887F-DD0165C5F14F}"/>
              </a:ext>
            </a:extLst>
          </p:cNvPr>
          <p:cNvSpPr/>
          <p:nvPr/>
        </p:nvSpPr>
        <p:spPr>
          <a:xfrm>
            <a:off x="5532120" y="2825496"/>
            <a:ext cx="17373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F620C88F-59A0-A173-1114-E61334F1F4BF}"/>
              </a:ext>
            </a:extLst>
          </p:cNvPr>
          <p:cNvSpPr/>
          <p:nvPr/>
        </p:nvSpPr>
        <p:spPr>
          <a:xfrm>
            <a:off x="7269480" y="2825496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A5E9FA9A-2822-4DA0-A820-2E35BBE45B63}"/>
              </a:ext>
            </a:extLst>
          </p:cNvPr>
          <p:cNvSpPr/>
          <p:nvPr/>
        </p:nvSpPr>
        <p:spPr>
          <a:xfrm>
            <a:off x="5577840" y="285292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5813304-7922-B0D8-0AAF-047CA42A1230}"/>
              </a:ext>
            </a:extLst>
          </p:cNvPr>
          <p:cNvSpPr/>
          <p:nvPr/>
        </p:nvSpPr>
        <p:spPr>
          <a:xfrm>
            <a:off x="7315200" y="285292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points</a:t>
            </a:r>
            <a:endParaRPr lang="en-US" sz="1100" dirty="0"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AFA8AC6C-A075-28A9-1927-E059C682704B}"/>
              </a:ext>
            </a:extLst>
          </p:cNvPr>
          <p:cNvSpPr/>
          <p:nvPr/>
        </p:nvSpPr>
        <p:spPr>
          <a:xfrm>
            <a:off x="5532120" y="3246120"/>
            <a:ext cx="3291840" cy="128016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4DEFF1E5-8E1F-92CE-89A5-DAB13B5322CD}"/>
              </a:ext>
            </a:extLst>
          </p:cNvPr>
          <p:cNvSpPr/>
          <p:nvPr/>
        </p:nvSpPr>
        <p:spPr>
          <a:xfrm>
            <a:off x="5532120" y="356616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7C6CE27-805B-3820-16DB-B5113F4704D4}"/>
              </a:ext>
            </a:extLst>
          </p:cNvPr>
          <p:cNvSpPr/>
          <p:nvPr/>
        </p:nvSpPr>
        <p:spPr>
          <a:xfrm>
            <a:off x="5669280" y="330098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Click Apply</a:t>
            </a:r>
            <a:endParaRPr lang="en-US" sz="120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951EFD4-72DC-1D25-1F64-956FA511317B}"/>
              </a:ext>
            </a:extLst>
          </p:cNvPr>
          <p:cNvSpPr/>
          <p:nvPr/>
        </p:nvSpPr>
        <p:spPr>
          <a:xfrm>
            <a:off x="5669280" y="368503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extends beyond 2019 as a gray shaded area representing the 95% confidence interval.</a:t>
            </a:r>
            <a:endParaRPr lang="en-US" sz="110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DC76DEE1-4C32-4B78-ECC9-D359AC285F4B}"/>
              </a:ext>
            </a:extLst>
          </p:cNvPr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95C1B673-175C-8B4F-5477-225FA4AC3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9191"/>
            <a:ext cx="5029200" cy="3215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0889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– Forecast Analysis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Analyze the Forecast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532120" y="132588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2120" y="1325880"/>
            <a:ext cx="54864" cy="100584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139903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170992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upward trend from ~2.8M (2012) to 4.6M (2019). The model captures consistent year-over-year tourism growth.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42316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32120" y="2423160"/>
            <a:ext cx="54864" cy="10058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24963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280720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peaks in July–August, troughs in Jan–Feb each year. Seasonality = 12 correctly identifies the annual cycle.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532120" y="3520440"/>
            <a:ext cx="3291840" cy="1005840"/>
          </a:xfrm>
          <a:prstGeom prst="rect">
            <a:avLst/>
          </a:prstGeom>
          <a:solidFill>
            <a:srgbClr val="EBF3FB"/>
          </a:solidFill>
          <a:ln w="6350">
            <a:solidFill>
              <a:srgbClr val="D0E4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5532120" y="3520440"/>
            <a:ext cx="54864" cy="10058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669280" y="35935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669280" y="3904488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narrow gray shaded area at 95% CI indicates high model confidence — consistent patterns in training data produce reliable forecasts.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5DBAA29-FFAE-8660-8E64-83A68F6B2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80" y="1348010"/>
            <a:ext cx="4968280" cy="31782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kern="0" spc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A R T  2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5087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with Imperfect Data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tourism-data-modified.csv  •  50 new points with COVID-19 disruption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Dataset Description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8–10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Imperfect Data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3994815543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0040" y="1371600"/>
            <a:ext cx="4937760" cy="31089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32120" y="1325880"/>
            <a:ext cx="3291840" cy="150876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532120" y="164592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669280" y="13807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tourism-data-modified.csv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669280" y="1764792"/>
            <a:ext cx="301752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Jan 2012 – Feb 2024 (146 rows)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50 new data points beyond original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COVID disruption simulated in 2020–2021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Recovery trend through 2022–2024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532120" y="2926080"/>
            <a:ext cx="3291840" cy="16002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5532120" y="3246120"/>
            <a:ext cx="32918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5669280" y="298094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Observed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3364992"/>
            <a:ext cx="30175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2012–2019: Stable growth + seasonal waves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2020: Near-collapse (lockdowns)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2021: Partial recovery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2022–2024: Strong recovery to pre-pandemic levels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Experiment 1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Baseline Forecast (Ignore last = 0, CI = 95%)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3995021852_image.png"/>
          <p:cNvPicPr>
            <a:picLocks noChangeAspect="1"/>
          </p:cNvPicPr>
          <p:nvPr/>
        </p:nvPicPr>
        <p:blipFill>
          <a:blip r:embed="rId3"/>
          <a:srcRect t="5792" r="45466" b="21297"/>
          <a:stretch>
            <a:fillRect/>
          </a:stretch>
        </p:blipFill>
        <p:spPr>
          <a:xfrm>
            <a:off x="274320" y="1344168"/>
            <a:ext cx="5029200" cy="315925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32120" y="1325880"/>
            <a:ext cx="32918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2120" y="1645920"/>
            <a:ext cx="173736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269480" y="1645920"/>
            <a:ext cx="155448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673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length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16733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1993392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69480" y="199339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77840" y="2020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last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20208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32120" y="2340864"/>
            <a:ext cx="173736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69480" y="2340864"/>
            <a:ext cx="155448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2368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0" y="23682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32120" y="2688336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69480" y="268833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77840" y="27157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2715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32120" y="3063240"/>
            <a:ext cx="3291840" cy="146304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32120" y="3383280"/>
            <a:ext cx="3291840" cy="36576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69280" y="3118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0" y="35021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continues recovery trend. Confidence interval is moderately wide due to COVID disruption in training data. Projects continued seasonal growth.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Experiment 2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Ignore Last 6 Points (CI = 95%)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3995046861_image.png"/>
          <p:cNvPicPr>
            <a:picLocks noChangeAspect="1"/>
          </p:cNvPicPr>
          <p:nvPr/>
        </p:nvPicPr>
        <p:blipFill>
          <a:blip r:embed="rId3"/>
          <a:srcRect t="2941" r="45096" b="26765"/>
          <a:stretch>
            <a:fillRect/>
          </a:stretch>
        </p:blipFill>
        <p:spPr>
          <a:xfrm>
            <a:off x="274320" y="1344168"/>
            <a:ext cx="5029200" cy="318211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32120" y="1325880"/>
            <a:ext cx="3291840" cy="32004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2120" y="1645920"/>
            <a:ext cx="173736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269480" y="1645920"/>
            <a:ext cx="155448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673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length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16733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1993392"/>
            <a:ext cx="173736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69480" y="1993392"/>
            <a:ext cx="1554480" cy="347472"/>
          </a:xfrm>
          <a:prstGeom prst="rect">
            <a:avLst/>
          </a:prstGeom>
          <a:solidFill>
            <a:srgbClr val="FFF3CD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77840" y="2020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last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20208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← changed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32120" y="2340864"/>
            <a:ext cx="173736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69480" y="2340864"/>
            <a:ext cx="155448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2368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0" y="23682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32120" y="2688336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69480" y="2688336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77840" y="27157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2715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32120" y="3063240"/>
            <a:ext cx="3291840" cy="146304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32120" y="3383280"/>
            <a:ext cx="3291840" cy="3657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69280" y="3118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0" y="35021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Excluding the last 6 months shifts the forecast start earlier. The confidence interval widens slightly — less recent data = more uncertainty in predictions.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Experiment 3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3: Higher Confidence Interval (CI = 99%)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5029200" cy="3200400"/>
          </a:xfrm>
          <a:prstGeom prst="rect">
            <a:avLst/>
          </a:prstGeom>
          <a:solidFill>
            <a:srgbClr val="E8EEF4"/>
          </a:solidFill>
          <a:ln w="12700">
            <a:solidFill>
              <a:srgbClr val="BBCC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mnt/user-data/uploads/1773995113379_image.png"/>
          <p:cNvPicPr>
            <a:picLocks noChangeAspect="1"/>
          </p:cNvPicPr>
          <p:nvPr/>
        </p:nvPicPr>
        <p:blipFill>
          <a:blip r:embed="rId3"/>
          <a:srcRect t="2941" r="48011" b="23529"/>
          <a:stretch>
            <a:fillRect/>
          </a:stretch>
        </p:blipFill>
        <p:spPr>
          <a:xfrm>
            <a:off x="274320" y="1362456"/>
            <a:ext cx="5029200" cy="314096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532120" y="1325880"/>
            <a:ext cx="3291840" cy="32004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577840" y="13441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532120" y="1645920"/>
            <a:ext cx="173736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269480" y="1645920"/>
            <a:ext cx="155448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577840" y="16733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length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0" y="1673352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532120" y="1993392"/>
            <a:ext cx="1737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269480" y="1993392"/>
            <a:ext cx="155448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5577840" y="20208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Ignore last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0" y="202082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32120" y="2340864"/>
            <a:ext cx="173736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7269480" y="2340864"/>
            <a:ext cx="1554480" cy="347472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577840" y="23682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315200" y="2368296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532120" y="2688336"/>
            <a:ext cx="1737360" cy="347472"/>
          </a:xfrm>
          <a:prstGeom prst="rect">
            <a:avLst/>
          </a:prstGeom>
          <a:solidFill>
            <a:srgbClr val="EDE0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7269480" y="2688336"/>
            <a:ext cx="1554480" cy="347472"/>
          </a:xfrm>
          <a:prstGeom prst="rect">
            <a:avLst/>
          </a:prstGeom>
          <a:solidFill>
            <a:srgbClr val="EDE0FF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577840" y="271576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7315200" y="27157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99% ← changed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532120" y="3063240"/>
            <a:ext cx="3291840" cy="146304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5532120" y="3383280"/>
            <a:ext cx="3291840" cy="36576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5669280" y="311810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669280" y="35021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gray shaded area is noticeably wider at 99% CI. To be 99% sure, the model must encompass a much broader range — reflecting high uncertainty from the COVID disruption.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– Disruption Analysis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Forecast Handled the COVID Disruption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4114800" cy="16002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325880"/>
            <a:ext cx="54864" cy="160020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Predict the Disruption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cannot foresee sudden external shocks like COVID-19 from historical time-series data alone. The sudden drop was entirely unpredictable.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4114800" cy="16002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54864" cy="16002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Confidence Intervals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experiments showed wider CI compared to Part 1 — the model accounts for the higher uncertainty introduced by the disruption in training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4114800" cy="16002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017520"/>
            <a:ext cx="54864" cy="1600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Incorporated Recovery Trend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Post-disruption recovery data (2022–2024) positively influenced the forecast, projecting continued growth following the recovery trajectory.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017520"/>
            <a:ext cx="4114800" cy="16002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017520"/>
            <a:ext cx="54864" cy="160020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Pattern Disrupted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4747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BB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COVID years broke the regular annual seasonal cycle, reducing the model's confidence in seasonal pattern estimation.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&amp; 2 – Guide Questions  |  Lab 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6400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2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Questions &amp; Answers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1691640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411480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16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narrow confidence interval suggest?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190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narrow CI indicates the model has high confidence — the historical data has a consistent and predictable pattern, so the forecast range is tight.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54880" y="1280160"/>
            <a:ext cx="4114800" cy="1691640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11480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31673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Ignore Last affect the forecast?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0" y="171907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Ignore Last = 6 excludes the 6 most recent data points from training. The forecast shifts earlier and the CI widens slightly, showing more uncertainty from less recent data.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74320" y="3063240"/>
            <a:ext cx="4114800" cy="1691640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3063240"/>
            <a:ext cx="411480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760" y="3099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changing CI from 95% to 99% affect the visual?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350215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shaded gray area becomes noticeably wider. At 99%, the model needs a broader range to guarantee the true value falls within the interval — implying more uncertainty.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3063240"/>
            <a:ext cx="4114800" cy="1691640"/>
          </a:xfrm>
          <a:prstGeom prst="rect">
            <a:avLst/>
          </a:prstGeom>
          <a:solidFill>
            <a:srgbClr val="EBF3FB"/>
          </a:solidFill>
          <a:ln w="6350">
            <a:solidFill>
              <a:srgbClr val="CCDD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3063240"/>
            <a:ext cx="4114800" cy="347472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46320" y="309981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useful is Power BI forecasting for this data?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502152"/>
            <a:ext cx="3931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Highly useful for clean data (Part 1). For imperfect data (Part 2), the wide CI after disruptions limits practical reliability — more advanced modeling may be needed.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Laboratory Work 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0" y="914400"/>
            <a:ext cx="2743200" cy="54864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8595360" cy="11430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64008" cy="11430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17043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Strengths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use with no coding required. Effective for clean, seasonal data. Configurable settings allow fine-tuning. Confidence intervals communicate reliability visually.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8595360" cy="11430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2331720"/>
            <a:ext cx="64008" cy="114300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Limitations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7157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predict external shocks. Wide CI after disruptions reduces reliability. Based on exponential smoothing only — no ARIMA or ML models available.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66160"/>
            <a:ext cx="8595360" cy="1143000"/>
          </a:xfrm>
          <a:prstGeom prst="rect">
            <a:avLst/>
          </a:prstGeom>
          <a:solidFill>
            <a:srgbClr val="1B2A3E"/>
          </a:solidFill>
          <a:ln w="12700">
            <a:solidFill>
              <a:srgbClr val="1B2A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64008" cy="11430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3639312"/>
            <a:ext cx="2286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Key Takeaway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95020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forecasting is ideal for stable time-series. For datasets with major anomalies like COVID-19 disruptions, the forecast should be interpreted with caution and supplemented by domain expertise.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Dianah Myra Salazar  •  IS 107 – Business Intelligence  •  Instructor: Joseph A. Vistal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5066</TotalTime>
  <Words>1805</Words>
  <Application>Microsoft Office PowerPoint</Application>
  <PresentationFormat>On-screen Show (16:9)</PresentationFormat>
  <Paragraphs>267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Bodoni MT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Dianah Myra Salazar</cp:lastModifiedBy>
  <cp:revision>1</cp:revision>
  <dcterms:created xsi:type="dcterms:W3CDTF">2026-03-20T08:37:39Z</dcterms:created>
  <dcterms:modified xsi:type="dcterms:W3CDTF">2026-03-24T01:39:01Z</dcterms:modified>
</cp:coreProperties>
</file>